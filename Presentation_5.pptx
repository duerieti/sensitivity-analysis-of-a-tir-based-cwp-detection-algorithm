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DE7BC6-9462-DA22-02D0-75DE3456154C}" v="1" dt="2026-04-15T05:02:02.2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14.04.2026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3166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14.04.2026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3200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14.04.2026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5585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14.04.2026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2901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14.04.2026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4084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14.04.2026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0206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14.04.2026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7692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14.04.2026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3883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14.04.2026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9888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14.04.2026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9206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14.04.2026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9958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EB3054-B75A-4BD7-8B3E-8DC0F614FAF3}" type="datetimeFigureOut">
              <a:rPr lang="de-DE" smtClean="0"/>
              <a:t>14.04.2026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2006FE-6571-4354-8775-F8708372C22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4725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/>
              <a:t>Optimising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Cold </a:t>
            </a:r>
            <a:r>
              <a:rPr lang="de-DE" dirty="0" err="1"/>
              <a:t>Water</a:t>
            </a:r>
            <a:r>
              <a:rPr lang="de-DE" dirty="0"/>
              <a:t> Patch </a:t>
            </a:r>
            <a:r>
              <a:rPr lang="de-DE" dirty="0" err="1"/>
              <a:t>Detection</a:t>
            </a:r>
            <a:r>
              <a:rPr lang="de-DE" dirty="0"/>
              <a:t> </a:t>
            </a:r>
            <a:r>
              <a:rPr lang="de-DE" dirty="0" err="1"/>
              <a:t>Algorithm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 err="1"/>
              <a:t>BSc</a:t>
            </a:r>
            <a:r>
              <a:rPr lang="de-DE" dirty="0"/>
              <a:t> Project – Progress Report</a:t>
            </a:r>
          </a:p>
          <a:p>
            <a:r>
              <a:rPr lang="de-DE"/>
              <a:t>Etienne Dürig</a:t>
            </a:r>
            <a:endParaRPr lang="de-DE" dirty="0"/>
          </a:p>
          <a:p>
            <a:r>
              <a:rPr lang="de-DE"/>
              <a:t>2026-04-01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77499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073F0E-6261-6971-232F-70992351D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Current</a:t>
            </a:r>
            <a:r>
              <a:rPr lang="de-DE" dirty="0"/>
              <a:t> CWP </a:t>
            </a:r>
            <a:r>
              <a:rPr lang="de-DE" dirty="0" err="1"/>
              <a:t>algorithm</a:t>
            </a:r>
            <a:r>
              <a:rPr lang="de-DE" dirty="0"/>
              <a:t>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1F65D72-C6BE-EDFF-284C-AD9B1FD783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 err="1"/>
              <a:t>Inspected</a:t>
            </a:r>
            <a:r>
              <a:rPr lang="de-DE" dirty="0"/>
              <a:t> </a:t>
            </a:r>
            <a:r>
              <a:rPr lang="de-DE" dirty="0" err="1"/>
              <a:t>your</a:t>
            </a:r>
            <a:r>
              <a:rPr lang="de-DE" dirty="0"/>
              <a:t> </a:t>
            </a:r>
            <a:r>
              <a:rPr lang="de-DE" dirty="0" err="1"/>
              <a:t>algorithm</a:t>
            </a:r>
            <a:endParaRPr lang="de-DE" dirty="0"/>
          </a:p>
          <a:p>
            <a:r>
              <a:rPr lang="de-DE" dirty="0" err="1"/>
              <a:t>Speeding</a:t>
            </a:r>
            <a:r>
              <a:rPr lang="de-DE" dirty="0"/>
              <a:t> Up </a:t>
            </a:r>
            <a:r>
              <a:rPr lang="de-DE" dirty="0" err="1"/>
              <a:t>Algorithm</a:t>
            </a:r>
            <a:r>
              <a:rPr lang="de-DE" dirty="0"/>
              <a:t>: </a:t>
            </a:r>
            <a:r>
              <a:rPr lang="de-DE" dirty="0" err="1"/>
              <a:t>Profiling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</a:t>
            </a:r>
            <a:r>
              <a:rPr lang="de-DE" dirty="0" err="1"/>
              <a:t>adjusting</a:t>
            </a:r>
            <a:endParaRPr lang="de-DE" dirty="0"/>
          </a:p>
          <a:p>
            <a:r>
              <a:rPr lang="de-DE" dirty="0" err="1"/>
              <a:t>Profiling</a:t>
            </a:r>
            <a:r>
              <a:rPr lang="de-DE" dirty="0"/>
              <a:t> </a:t>
            </a:r>
            <a:r>
              <a:rPr lang="de-DE" dirty="0" err="1"/>
              <a:t>hard</a:t>
            </a:r>
            <a:r>
              <a:rPr lang="de-DE" dirty="0"/>
              <a:t>, </a:t>
            </a:r>
            <a:r>
              <a:rPr lang="de-DE" dirty="0" err="1"/>
              <a:t>since</a:t>
            </a:r>
            <a:r>
              <a:rPr lang="de-DE" dirty="0"/>
              <a:t> </a:t>
            </a:r>
            <a:r>
              <a:rPr lang="de-DE" dirty="0" err="1"/>
              <a:t>terra</a:t>
            </a:r>
            <a:r>
              <a:rPr lang="de-DE" dirty="0"/>
              <a:t>::</a:t>
            </a:r>
            <a:r>
              <a:rPr lang="de-DE" dirty="0" err="1"/>
              <a:t>extract</a:t>
            </a:r>
            <a:r>
              <a:rPr lang="de-DE" dirty="0"/>
              <a:t> </a:t>
            </a:r>
            <a:r>
              <a:rPr lang="de-DE" dirty="0" err="1"/>
              <a:t>crashed</a:t>
            </a:r>
            <a:r>
              <a:rPr lang="de-DE" dirty="0"/>
              <a:t> </a:t>
            </a:r>
            <a:r>
              <a:rPr lang="de-DE" dirty="0" err="1"/>
              <a:t>my</a:t>
            </a:r>
            <a:r>
              <a:rPr lang="de-DE" dirty="0"/>
              <a:t> PC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37759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C4BBFB-2E30-727A-27ED-4E0618931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Reimplementation</a:t>
            </a:r>
            <a:r>
              <a:rPr lang="de-DE" dirty="0"/>
              <a:t> </a:t>
            </a:r>
            <a:r>
              <a:rPr lang="de-DE" dirty="0" err="1"/>
              <a:t>along</a:t>
            </a:r>
            <a:r>
              <a:rPr lang="de-DE" dirty="0"/>
              <a:t> rational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B5F54E2-FD65-FA73-F9DB-29429C85FB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GDAL and </a:t>
            </a:r>
            <a:r>
              <a:rPr lang="de-DE" dirty="0" err="1"/>
              <a:t>terra</a:t>
            </a:r>
            <a:r>
              <a:rPr lang="de-DE" dirty="0"/>
              <a:t> feature a </a:t>
            </a:r>
            <a:r>
              <a:rPr lang="de-DE" dirty="0" err="1"/>
              <a:t>set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opperations</a:t>
            </a:r>
            <a:r>
              <a:rPr lang="de-DE" dirty="0"/>
              <a:t> (</a:t>
            </a:r>
            <a:r>
              <a:rPr lang="de-DE" dirty="0" err="1"/>
              <a:t>grammar</a:t>
            </a:r>
            <a:r>
              <a:rPr lang="de-DE" dirty="0"/>
              <a:t>)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manipulating</a:t>
            </a:r>
            <a:r>
              <a:rPr lang="de-DE" dirty="0"/>
              <a:t> raster- and </a:t>
            </a:r>
            <a:r>
              <a:rPr lang="de-DE" dirty="0" err="1"/>
              <a:t>vectordata</a:t>
            </a:r>
            <a:r>
              <a:rPr lang="de-DE" dirty="0"/>
              <a:t>.</a:t>
            </a:r>
          </a:p>
          <a:p>
            <a:endParaRPr lang="de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D75A3AE7-AE9C-D306-BF28-BBB5333B30DC}"/>
              </a:ext>
            </a:extLst>
          </p:cNvPr>
          <p:cNvSpPr/>
          <p:nvPr/>
        </p:nvSpPr>
        <p:spPr>
          <a:xfrm>
            <a:off x="969701" y="4052002"/>
            <a:ext cx="3277116" cy="24117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de-DE" sz="2400" dirty="0"/>
              <a:t>zonal </a:t>
            </a:r>
            <a:r>
              <a:rPr lang="de-DE" sz="2400" dirty="0" err="1"/>
              <a:t>operation</a:t>
            </a:r>
            <a:endParaRPr lang="de-DE" sz="2400" dirty="0"/>
          </a:p>
          <a:p>
            <a:r>
              <a:rPr lang="de-DE" sz="2400" dirty="0" err="1"/>
              <a:t>focal</a:t>
            </a:r>
            <a:r>
              <a:rPr lang="de-DE" sz="2400" dirty="0"/>
              <a:t> </a:t>
            </a:r>
            <a:r>
              <a:rPr lang="de-DE" sz="2400" dirty="0" err="1"/>
              <a:t>operations</a:t>
            </a:r>
            <a:endParaRPr lang="de-DE" sz="2400" dirty="0"/>
          </a:p>
          <a:p>
            <a:r>
              <a:rPr lang="de-DE" sz="2400" err="1"/>
              <a:t>raster</a:t>
            </a:r>
            <a:r>
              <a:rPr lang="de-DE" sz="2400"/>
              <a:t> algebra</a:t>
            </a:r>
          </a:p>
          <a:p>
            <a:r>
              <a:rPr lang="de-DE" sz="2400" dirty="0" err="1"/>
              <a:t>reclassifcation</a:t>
            </a:r>
            <a:endParaRPr lang="de-DE" sz="2400"/>
          </a:p>
          <a:p>
            <a:r>
              <a:rPr lang="de-DE" sz="2400" dirty="0" err="1"/>
              <a:t>rasterisation</a:t>
            </a:r>
            <a:endParaRPr lang="de-DE" sz="2400"/>
          </a:p>
          <a:p>
            <a:r>
              <a:rPr lang="de-DE" sz="2400" err="1"/>
              <a:t>polygonisation</a:t>
            </a:r>
            <a:endParaRPr lang="de-DE" sz="2400" dirty="0" err="1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AF870B13-884F-B90D-7E54-43EBF9DC7397}"/>
              </a:ext>
            </a:extLst>
          </p:cNvPr>
          <p:cNvSpPr/>
          <p:nvPr/>
        </p:nvSpPr>
        <p:spPr>
          <a:xfrm>
            <a:off x="4349854" y="4052002"/>
            <a:ext cx="3277115" cy="241170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400" dirty="0" err="1"/>
              <a:t>terra</a:t>
            </a:r>
            <a:r>
              <a:rPr lang="de-DE" sz="2400" dirty="0"/>
              <a:t>::zonal</a:t>
            </a:r>
          </a:p>
          <a:p>
            <a:r>
              <a:rPr lang="de-DE" sz="2400" dirty="0" err="1"/>
              <a:t>terra</a:t>
            </a:r>
            <a:r>
              <a:rPr lang="de-DE" sz="2400" dirty="0"/>
              <a:t>::</a:t>
            </a:r>
            <a:r>
              <a:rPr lang="de-DE" sz="2400" dirty="0" err="1"/>
              <a:t>focal</a:t>
            </a:r>
            <a:endParaRPr lang="de-DE" sz="2400" dirty="0"/>
          </a:p>
          <a:p>
            <a:r>
              <a:rPr lang="de-DE" sz="2400"/>
              <a:t>A / B * C</a:t>
            </a:r>
            <a:endParaRPr lang="de-DE" sz="2400" dirty="0"/>
          </a:p>
          <a:p>
            <a:r>
              <a:rPr lang="de-DE" sz="2400" dirty="0" err="1"/>
              <a:t>terra</a:t>
            </a:r>
            <a:r>
              <a:rPr lang="de-DE" sz="2400" dirty="0"/>
              <a:t>::</a:t>
            </a:r>
            <a:r>
              <a:rPr lang="de-DE" sz="2400" dirty="0" err="1"/>
              <a:t>classify</a:t>
            </a:r>
          </a:p>
          <a:p>
            <a:r>
              <a:rPr lang="de-DE" sz="2400" dirty="0"/>
              <a:t>Terra::</a:t>
            </a:r>
            <a:r>
              <a:rPr lang="de-DE" sz="2400" dirty="0" err="1"/>
              <a:t>rasterize</a:t>
            </a:r>
          </a:p>
          <a:p>
            <a:r>
              <a:rPr lang="de-DE" sz="2400" dirty="0"/>
              <a:t>Terra::</a:t>
            </a:r>
            <a:r>
              <a:rPr lang="de-DE" sz="2400" dirty="0" err="1"/>
              <a:t>polygonize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F9C69E7C-F247-B42E-ED14-FA081E85086B}"/>
              </a:ext>
            </a:extLst>
          </p:cNvPr>
          <p:cNvSpPr/>
          <p:nvPr/>
        </p:nvSpPr>
        <p:spPr>
          <a:xfrm>
            <a:off x="7720238" y="4052002"/>
            <a:ext cx="3277115" cy="241170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400" dirty="0" err="1"/>
              <a:t>gdal</a:t>
            </a:r>
            <a:r>
              <a:rPr lang="de-DE" sz="2400" dirty="0"/>
              <a:t> </a:t>
            </a:r>
            <a:r>
              <a:rPr lang="de-DE" sz="2400" dirty="0" err="1"/>
              <a:t>raster</a:t>
            </a:r>
            <a:r>
              <a:rPr lang="de-DE" sz="2400" dirty="0"/>
              <a:t> zonal</a:t>
            </a:r>
          </a:p>
          <a:p>
            <a:r>
              <a:rPr lang="de-DE" sz="2400" dirty="0" err="1"/>
              <a:t>gdal</a:t>
            </a:r>
            <a:r>
              <a:rPr lang="de-DE" sz="2400" dirty="0"/>
              <a:t> </a:t>
            </a:r>
            <a:r>
              <a:rPr lang="de-DE" sz="2400" dirty="0" err="1"/>
              <a:t>raster</a:t>
            </a:r>
            <a:r>
              <a:rPr lang="de-DE" sz="2400" dirty="0"/>
              <a:t> </a:t>
            </a:r>
            <a:r>
              <a:rPr lang="de-DE" sz="2400" dirty="0" err="1"/>
              <a:t>neighbours</a:t>
            </a:r>
            <a:endParaRPr lang="de-DE" sz="2400" dirty="0"/>
          </a:p>
          <a:p>
            <a:r>
              <a:rPr lang="de-DE" sz="2400" dirty="0" err="1"/>
              <a:t>gdal</a:t>
            </a:r>
            <a:r>
              <a:rPr lang="de-DE" sz="2400" dirty="0"/>
              <a:t> </a:t>
            </a:r>
            <a:r>
              <a:rPr lang="de-DE" sz="2400" dirty="0" err="1"/>
              <a:t>raster</a:t>
            </a:r>
            <a:r>
              <a:rPr lang="de-DE" sz="2400" dirty="0"/>
              <a:t> </a:t>
            </a:r>
            <a:r>
              <a:rPr lang="de-DE" sz="2400" dirty="0" err="1"/>
              <a:t>calc</a:t>
            </a:r>
            <a:endParaRPr lang="de-DE" sz="2400" dirty="0"/>
          </a:p>
          <a:p>
            <a:r>
              <a:rPr lang="de-DE" sz="2400" dirty="0" err="1"/>
              <a:t>gdal</a:t>
            </a:r>
            <a:r>
              <a:rPr lang="de-DE" sz="2400" dirty="0"/>
              <a:t> </a:t>
            </a:r>
            <a:r>
              <a:rPr lang="de-DE" sz="2400" dirty="0" err="1"/>
              <a:t>raster</a:t>
            </a:r>
            <a:r>
              <a:rPr lang="de-DE" sz="2400" dirty="0"/>
              <a:t> </a:t>
            </a:r>
            <a:r>
              <a:rPr lang="de-DE" sz="2400" dirty="0" err="1"/>
              <a:t>reclassify</a:t>
            </a:r>
            <a:endParaRPr lang="de-DE" sz="2800" dirty="0"/>
          </a:p>
          <a:p>
            <a:r>
              <a:rPr lang="de-DE" sz="2400" dirty="0" err="1"/>
              <a:t>gdal</a:t>
            </a:r>
            <a:r>
              <a:rPr lang="de-DE" sz="2400" dirty="0"/>
              <a:t> </a:t>
            </a:r>
            <a:r>
              <a:rPr lang="de-DE" sz="2400" dirty="0" err="1"/>
              <a:t>vector</a:t>
            </a:r>
            <a:r>
              <a:rPr lang="de-DE" sz="2400" dirty="0"/>
              <a:t> </a:t>
            </a:r>
            <a:r>
              <a:rPr lang="de-DE" sz="2400" dirty="0" err="1"/>
              <a:t>rasterize</a:t>
            </a:r>
            <a:endParaRPr lang="de-DE" sz="2400" dirty="0"/>
          </a:p>
          <a:p>
            <a:r>
              <a:rPr lang="de-DE" sz="2400" dirty="0" err="1"/>
              <a:t>gdal</a:t>
            </a:r>
            <a:r>
              <a:rPr lang="de-DE" sz="2400" dirty="0"/>
              <a:t> </a:t>
            </a:r>
            <a:r>
              <a:rPr lang="de-DE" sz="2400" dirty="0" err="1"/>
              <a:t>raster</a:t>
            </a:r>
            <a:r>
              <a:rPr lang="de-DE" sz="2400" dirty="0"/>
              <a:t> </a:t>
            </a:r>
            <a:r>
              <a:rPr lang="de-DE" sz="2400" dirty="0" err="1"/>
              <a:t>polygonize</a:t>
            </a:r>
            <a:endParaRPr lang="de-DE" sz="2400" dirty="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A1FEB05-92A4-79E9-4B87-7BB3AE62BC51}"/>
              </a:ext>
            </a:extLst>
          </p:cNvPr>
          <p:cNvSpPr/>
          <p:nvPr/>
        </p:nvSpPr>
        <p:spPr>
          <a:xfrm>
            <a:off x="969701" y="3103095"/>
            <a:ext cx="3277116" cy="8158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de-DE" sz="2400"/>
              <a:t>OPERATION</a:t>
            </a:r>
            <a:endParaRPr lang="de-DE" sz="2400" dirty="0" err="1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E16536E9-B64B-561D-1994-279C0A83A3F2}"/>
              </a:ext>
            </a:extLst>
          </p:cNvPr>
          <p:cNvSpPr/>
          <p:nvPr/>
        </p:nvSpPr>
        <p:spPr>
          <a:xfrm>
            <a:off x="4349854" y="3103095"/>
            <a:ext cx="3277115" cy="8158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2400"/>
              <a:t>TERRA IMPLEMENTATION</a:t>
            </a:r>
            <a:endParaRPr lang="de-DE" sz="2400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86317668-785F-2EA3-DCFF-06845BC21643}"/>
              </a:ext>
            </a:extLst>
          </p:cNvPr>
          <p:cNvSpPr/>
          <p:nvPr/>
        </p:nvSpPr>
        <p:spPr>
          <a:xfrm>
            <a:off x="7720238" y="3103095"/>
            <a:ext cx="3277115" cy="81582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2400" dirty="0"/>
              <a:t>GDAL </a:t>
            </a:r>
            <a:r>
              <a:rPr lang="de-DE" sz="2400"/>
              <a:t>IMPLEMENTATION</a:t>
            </a:r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2488212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FDF6C6-95C9-2429-B8EE-4F80E8517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Reimplementation</a:t>
            </a:r>
            <a:r>
              <a:rPr lang="de-DE" dirty="0"/>
              <a:t> </a:t>
            </a:r>
            <a:r>
              <a:rPr lang="de-DE" dirty="0" err="1"/>
              <a:t>along</a:t>
            </a:r>
            <a:r>
              <a:rPr lang="de-DE" dirty="0"/>
              <a:t> rational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E218897-FC88-F951-52B3-4735445A60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Terra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easier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 but GDAL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often</a:t>
            </a:r>
            <a:r>
              <a:rPr lang="de-DE" dirty="0"/>
              <a:t> </a:t>
            </a:r>
            <a:r>
              <a:rPr lang="de-DE" dirty="0" err="1"/>
              <a:t>considerably</a:t>
            </a:r>
            <a:r>
              <a:rPr lang="de-DE" dirty="0"/>
              <a:t> </a:t>
            </a:r>
            <a:r>
              <a:rPr lang="de-DE" dirty="0" err="1"/>
              <a:t>faster</a:t>
            </a:r>
          </a:p>
        </p:txBody>
      </p:sp>
    </p:spTree>
    <p:extLst>
      <p:ext uri="{BB962C8B-B14F-4D97-AF65-F5344CB8AC3E}">
        <p14:creationId xmlns:p14="http://schemas.microsoft.com/office/powerpoint/2010/main" val="497329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73D7A4-EC05-0624-00EE-7ED8E23C6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Reimplementation</a:t>
            </a:r>
            <a:r>
              <a:rPr lang="de-DE" dirty="0"/>
              <a:t> </a:t>
            </a:r>
            <a:r>
              <a:rPr lang="de-DE" dirty="0" err="1"/>
              <a:t>along</a:t>
            </a:r>
            <a:r>
              <a:rPr lang="de-DE" dirty="0"/>
              <a:t> rational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2AF0F66-FC69-006F-3958-F4CCC830F0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algorithm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reexpressed</a:t>
            </a:r>
            <a:r>
              <a:rPr lang="de-DE" dirty="0"/>
              <a:t> in </a:t>
            </a:r>
            <a:r>
              <a:rPr lang="de-DE" dirty="0" err="1"/>
              <a:t>terms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typical</a:t>
            </a:r>
            <a:r>
              <a:rPr lang="de-DE" dirty="0"/>
              <a:t> </a:t>
            </a:r>
            <a:r>
              <a:rPr lang="de-DE" dirty="0" err="1"/>
              <a:t>geodata</a:t>
            </a:r>
            <a:r>
              <a:rPr lang="de-DE" dirty="0"/>
              <a:t> </a:t>
            </a:r>
            <a:r>
              <a:rPr lang="de-DE" dirty="0" err="1"/>
              <a:t>opperations</a:t>
            </a:r>
            <a:r>
              <a:rPr lang="de-DE" dirty="0"/>
              <a:t>, </a:t>
            </a:r>
            <a:r>
              <a:rPr lang="de-DE" dirty="0" err="1"/>
              <a:t>then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expressed</a:t>
            </a:r>
            <a:r>
              <a:rPr lang="de-DE" dirty="0"/>
              <a:t> in GDAL.</a:t>
            </a:r>
          </a:p>
          <a:p>
            <a:r>
              <a:rPr lang="de-DE" dirty="0" err="1"/>
              <a:t>There</a:t>
            </a:r>
            <a:r>
              <a:rPr lang="de-DE" dirty="0"/>
              <a:t> </a:t>
            </a:r>
            <a:r>
              <a:rPr lang="de-DE" dirty="0" err="1"/>
              <a:t>might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speedups</a:t>
            </a:r>
            <a:r>
              <a:rPr lang="de-DE" dirty="0"/>
              <a:t> possible</a:t>
            </a:r>
          </a:p>
        </p:txBody>
      </p:sp>
    </p:spTree>
    <p:extLst>
      <p:ext uri="{BB962C8B-B14F-4D97-AF65-F5344CB8AC3E}">
        <p14:creationId xmlns:p14="http://schemas.microsoft.com/office/powerpoint/2010/main" val="75073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3013E8-BE69-997D-A321-7A535D200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Speed </a:t>
            </a:r>
            <a:r>
              <a:rPr lang="de-DE" dirty="0" err="1"/>
              <a:t>comparison</a:t>
            </a:r>
            <a:r>
              <a:rPr lang="de-DE" dirty="0"/>
              <a:t>: Old vs. New code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F4A0B8D-0B18-7C90-EA87-75AE7E415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321756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71B8DF-9369-D8B2-64CE-14263887B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Are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functions</a:t>
            </a:r>
            <a:r>
              <a:rPr lang="de-DE" dirty="0"/>
              <a:t> </a:t>
            </a:r>
            <a:r>
              <a:rPr lang="de-DE" dirty="0" err="1"/>
              <a:t>equivalent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F26171A-315A-17CC-E289-3C464999FC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71252286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arissa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Larissa</vt:lpstr>
      <vt:lpstr>Optimising the Cold Water Patch Detection Algorithm</vt:lpstr>
      <vt:lpstr>Current CWP algorithm </vt:lpstr>
      <vt:lpstr>Reimplementation along rational</vt:lpstr>
      <vt:lpstr>Reimplementation along rational</vt:lpstr>
      <vt:lpstr>Reimplementation along rational</vt:lpstr>
      <vt:lpstr>Speed comparison: Old vs. New code</vt:lpstr>
      <vt:lpstr>Are the functions equivalent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161</cp:revision>
  <dcterms:created xsi:type="dcterms:W3CDTF">2026-04-11T16:11:51Z</dcterms:created>
  <dcterms:modified xsi:type="dcterms:W3CDTF">2026-04-15T05:02:45Z</dcterms:modified>
</cp:coreProperties>
</file>